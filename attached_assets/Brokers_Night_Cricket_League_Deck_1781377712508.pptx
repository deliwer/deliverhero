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Brokers Night Cricket League UAE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36,000+ broker reach and a unique sports-led networking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Burnout, fragmented relationships, and lack of community engagement.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the UAE's largest real-estate sports and networking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8-16 teams, 6-8 weeks, Majan Community Ground, finals and awards.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Email, WhatsApp, Telegram, LinkedIn, social media and partner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Paperless operations, wellness, community impact and SME growth.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Sponsorship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 AED 10k, Gold AED 5k, Silver AED 2.5k.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Broker engagement, sponsor visibility, referrals and ecosystem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partners@deliwer.com | marketing@deliwer.com | +971523946311 | DeliWer.com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